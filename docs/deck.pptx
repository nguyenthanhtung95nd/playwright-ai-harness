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9FB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8686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AI Harness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JOURNEY INTO AI-TESTED AUTOMATION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Playwright AI Harness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small, disciplined AI harness lets any engineer own the test quality for their own feature.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COST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test suite stops being trusted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shows up. The first question isn't “what broke,” it's “is this even real?”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305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that question is routine, the suite has been demoted from safety net to background noise.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6090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a tooling problem. Playwright, Cypress, Selenium: it doesn't matter which. Nobody wrote down what a good test is allowed to do.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912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an AI agent is writing the tests, that written discipline is the only thing standing between “the agent said it's done” and “it's actually done.”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MINDSET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left, or inspect the house after it's built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was traditionally a siloed activity done after development. Full stack testing begins in parallel with development and runs through the whole delivery cycle. That's shift-left testing.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33172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320040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423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amigos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275234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+ dev + QA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233172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2423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validation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75234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+ business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909560" y="233172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74152" y="2423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kickoff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074152" y="275234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" y="320040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272" y="329184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functional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" y="362102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the story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320040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53712" y="329184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53712" y="362102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09560" y="320040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74152" y="329184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Dev-box exploratory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74152" y="362102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023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 →  feedback moves earlier, before the story reaches a formal test phase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6177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shifting left, a team gets all its feedback after development is “done.” After, roughly half of that feedback arrives before the story even reaches the testing phase.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the team's responsibility: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these checks at every phase has to be owned by every role on the team, not just testers or QA.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080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the premise this whole harness rests on: if quality is everyone's job, the rules for a good test have to be written down and portable to everyone.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DEFINITION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things. Nothing more.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75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mindset document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handful of non-negotiable rules a reviewer would enforce by hand anyway: how tests get their data, how they wait, where assertions may live.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7830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075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lifecycle playbooks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603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build-and-verify, ship: repeatable sequences the agent follows, not fresh instructions typed every time.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only behaves as well as the information in front of it at the moment it decides something. Nothing written down, nothing loaded, doesn't exist for that run.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reinforcement loop: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alone, an agent's incentive is to report success. A test, an audit, a git hook: something outside its own judgment it cannot talk its way past.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harness is not the rules file by itself. It's the rules file plus something automatic that checks whether the rules were followed.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RULES VS SKILLS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parts, two different loading rules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and part two from the last slide don't just differ in content, they differ in how an agent even gets access to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 context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file loads into every single conversation automatically, whether this turn needs it or not. The mindset document has to stay short.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514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291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discovered by its own description when the task matches, or invoked by name on purpose. The lifecycle playbooks live here.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06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not a prompt template: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bundles domain knowledge with a repeatable workflow. pw_plan, pw_work, and pw_setup are multi-step documents with named modes.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83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layer, below both: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permissions. .claude/settings.json in this repo denies git commit and git push outright. A rule can be reasoned around; a denied permission cannot.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are the floor that's never optional. Skills are the toolbox reached for only when the job calls for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TEST PYRAMID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isn't a matter of taste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strategy: test the right scope of functionality at the layer that gives the team the fastest feedback. As scope grows, each test costs more.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80076" y="2286000"/>
            <a:ext cx="1828800" cy="777240"/>
          </a:xfrm>
          <a:prstGeom prst="rect">
            <a:avLst/>
          </a:prstGeom>
          <a:solidFill>
            <a:srgbClr val="E6F4F1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80076" y="2359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UI-driven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180076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fewest, priciest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82796" y="3154680"/>
            <a:ext cx="4023360" cy="777240"/>
          </a:xfrm>
          <a:prstGeom prst="rect">
            <a:avLst/>
          </a:prstGeom>
          <a:solidFill>
            <a:srgbClr val="ECF0F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2796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082796" y="3593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· moderate effort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94076" y="4023360"/>
            <a:ext cx="6400800" cy="777240"/>
          </a:xfrm>
          <a:prstGeom prst="rect">
            <a:avLst/>
          </a:prstGeom>
          <a:solidFill>
            <a:srgbClr val="ECF0F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94076" y="40965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894076" y="4462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· fastest, cheapest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arithmetic on your own suite: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test finishes in milliseconds. A UI-driven test that logs in and waits on real network round trips takes 30-90 seconds.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always possible: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environments or tooling gaps can make the ideal pyramid impractical. Be deliberate about the trade-off, not silent about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ANTIPATTERNS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the pyramid breaks, and AI makes both worse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easy to fall into when an agent can generate a dozen tests in a minute. Neither failure mode announces itself. Watch for the early symptoms.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91640" y="2286000"/>
            <a:ext cx="2834640" cy="530352"/>
          </a:xfrm>
          <a:prstGeom prst="rect">
            <a:avLst/>
          </a:prstGeom>
          <a:solidFill>
            <a:srgbClr val="E6F4F1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22860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UI-driven (MANY)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2907792"/>
            <a:ext cx="1920240" cy="530352"/>
          </a:xfrm>
          <a:prstGeom prst="rect">
            <a:avLst/>
          </a:prstGeom>
          <a:solidFill>
            <a:srgbClr val="ECF0F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290779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(SOME)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3529584"/>
            <a:ext cx="1097280" cy="530352"/>
          </a:xfrm>
          <a:prstGeom prst="rect">
            <a:avLst/>
          </a:prstGeom>
          <a:solidFill>
            <a:srgbClr val="ECF0F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352958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(FEW)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Ice-cream cone (inverted)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2286000"/>
            <a:ext cx="2926080" cy="530352"/>
          </a:xfrm>
          <a:prstGeom prst="rect">
            <a:avLst/>
          </a:prstGeom>
          <a:solidFill>
            <a:srgbClr val="E6F4F1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22860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UI-driven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0" y="2907792"/>
            <a:ext cx="2926080" cy="530352"/>
          </a:xfrm>
          <a:prstGeom prst="rect">
            <a:avLst/>
          </a:prstGeom>
          <a:solidFill>
            <a:srgbClr val="ECF0F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290779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3529584"/>
            <a:ext cx="2926080" cy="530352"/>
          </a:xfrm>
          <a:prstGeom prst="rect">
            <a:avLst/>
          </a:prstGeom>
          <a:solidFill>
            <a:srgbClr val="ECF0F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352958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Cupcake (duplicated)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063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177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tell of the ice-cream cone: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regression defects during manual story testing. Root-cause it immediately.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for the cupcake: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developers and testers together at story kickoff to decide which layer owns which test case.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AUTONOMY HAS A FLOOR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told to work autonomously, some steps don't skip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skills in this harness open with the same line, verbatim — the first instruction the agent reads, before any mode is chosen.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459736"/>
            <a:ext cx="106619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.claude/skills/pw_plan/SKILL.md, pw_work/SKILL.md, pw_setup/SKILL.md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**Never skip `AskUserQuestion` steps in this skill,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 if told to work autonomously.**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02336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BEFORE ANYTHING IS WRITTEN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159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until a human approves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pw_plan reads existing specs and app source, brainstorms cases, and writes no file until the plan is approved.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38404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402336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NEVER MEANS COMMIT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3159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rule, stated twice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 stages the change and drafts a message. It never runs git commit or git push, in any mode.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15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checkpoint lives in the instructions, not in the agent's judgment. “Just get it done” can't dissolve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DEBUGGING DISCIPLINE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debuggers, one rule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pw_work's VERIFY mode carries three debug branches, split only by where the evidence comes from. All three converge on the same first move.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SAVED TRACE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077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failure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1012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failing test with tracing forced on, read the trace through the command line, never the blocking GUI viewer.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3774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LIVE PAGE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9077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or timing bug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31012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 running test at an exact line, then probe the live, paused browser directly.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CI ARTIFACT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9077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fails in CI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31012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trace out of the failed workflow run and treat it as the authoritative record.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72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fixing anything: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which bucket the failure is in — test bug, application bug, environment/config problem, or flake.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paper over it: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flake or an application bug doesn't get fixed with a longer timeout, a retry, or force: true.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AUDIT DISCIPLINE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fresh session, scoped to what actually changed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VERIFY's audit branch runs deliberately as a new session, with no memory of having written the code it is reviewing.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uncommitted diff, nothing else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uncommitted changes means nothing to review: stop. A test that's already committed doesn't get silently re-opened.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514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eyes, cited rules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291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reviewing agent is told it is not the agent that wrote the code. Every finding cites the specific rule it violates.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06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not a wall of red: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split into must-fix, should-fix, and suggestions, plus a “what looks good” section.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83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done before the agent starts: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command every time: npx playwright test -g "&lt;title&gt;" --retries 0 passes, nothing else broke.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posture as Pillar 1: the rule wins the argument, not the agent's opinion of its own work.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THE SKILLS ECOSYSTEM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copies of the same skill, one precedence rule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pw_setup's SHARE and SYNC modes exist because of one fact about how Claude Code resolves skills.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MACHINE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always overrides 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skill with the same name exists both personally and in a project, your personal copy runs. Always.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514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 ELSE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copy is for them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291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without your personal setup, and CI machines, get the project version. That's why SHARE exists.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06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two drift: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does not auto-merge. For every item that differs, a human picks which side wins, one at a time.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663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judgment-over-automation stance as the rest of this harness: a human decides, the tool never guesses.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PILLAR ONE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 over compliance (1 of 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places where this harness is deliberately stricter than default advice. Each trades convenience for a specific defect class it refuses to let through.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RETRIES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880360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GUIDANCE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081528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Judicious retries are an acceptable bandage for genuinely flaky, transient failures.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630168"/>
            <a:ext cx="4791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short-term green builds for hidden race conditions.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78892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78892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E6F4F1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2880360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ENFORCE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3081528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retries: 0. A flaky pass is a defect report, never smoothed over.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3630168"/>
            <a:ext cx="4791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retry gives the next race condition a place to hide.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177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TEST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983480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GUIDANCE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5184648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Database-backed data pools are legitimate for expensive or finite test data.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5733288"/>
            <a:ext cx="4791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 proves the DB accepts rows, not that the app's own write path works.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89204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89204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E6F4F1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82512" y="4983480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ENFORCE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5184648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database writes: every row comes from a real user flow.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5733288"/>
            <a:ext cx="4791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app's own create-path breaking silently.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PILLAR ONE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 over compliance (2 of 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LOCATOR STRATEGY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057400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GUIDANCE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58568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test-id attributes rank above semantic / role-based locators.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07208"/>
            <a:ext cx="4791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test-id can point at the right pixel while hiding a broken accessible name.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96596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E6F4F1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2057400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ENFORCE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2258568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 and label-based locators only: a missing accessible name is a defect.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807208"/>
            <a:ext cx="4791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locator strategy doubles as a continuous accessibility check.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9476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SELF-HEALING LOCATORS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160520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GUIDANCE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361688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self-healing locators are a meaningful reliability improvement.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910328"/>
            <a:ext cx="4791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for the test staying green, even pointing at the wrong element.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406908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406908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E6F4F1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82512" y="4160520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ENFORCE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4361688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ambiguity is flagged for a human, never auto-healed.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4910328"/>
            <a:ext cx="4791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for the test staying honest, not just green.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NETWORK DETERMINISM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once, replay exactly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Pillar 1 argues for locators and test data applies one layer down, to the network. Codified in .claude/rules/playwright-scripting.md.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— once, with the real service reachable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5440680" cy="1124712"/>
          </a:xfrm>
          <a:prstGeom prst="roundRect">
            <a:avLst>
              <a:gd name="adj" fmla="val 4878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660904"/>
            <a:ext cx="5038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page.routeFromHAR("e2e/.har/articles.har",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url: "**/api/articles**",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update: true,   // writes the archive from this run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22402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— every run after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2532888"/>
            <a:ext cx="5440680" cy="1124712"/>
          </a:xfrm>
          <a:prstGeom prst="roundRect">
            <a:avLst>
              <a:gd name="adj" fmla="val 4878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3368" y="2660904"/>
            <a:ext cx="5038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page.routeFromHAR("e2e/.har/articles.har",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url: "**/api/articles**",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update: false,  // same response, service up or not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94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capture it straight from a browser, no test needed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08736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215384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BASE_URL comes from .env.test.&lt;env&gt; -- never a hardcoded host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open --save-har=e2e/.har/articles.har "$BASE_URL"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46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as mocking: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recorded archive is something that actually happened. Scope url to the endpoints the test actually depends on.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only what a real run can't produce: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500, a timeout, an empty list. Never fake the app's own create-path — that's what Rule 4 protects.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PILLAR TWO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beats sprawling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way to add capability is to add another skill file. Every one is a new thing a person has to remember and choose correctly between. Depth belongs inside a workflow.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harness — 3 skills, 7 modes, 10 branches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578608"/>
            <a:ext cx="11064240" cy="1307592"/>
          </a:xfrm>
          <a:prstGeom prst="roundRect">
            <a:avLst>
              <a:gd name="adj" fmla="val 4196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706624"/>
            <a:ext cx="10661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pw_plan    plan mode -&gt; researched coverage plan -&gt; .claude/pw-plans/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pw_work    IMPLEMENT   new test | refactor into page objects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VERIFY      audit | debug: trace | live attach | CI artifact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SHIP        stage + draft message  (never commits)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pw_setup   INIT | SHARE | SYNC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25196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 PER ACTION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445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Ten-plus entry points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02920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file for each scenario. Someone picks the right one every time, and the files drift out of sync.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40690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425196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 PER LIFECYCLE STAGE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5445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entry points, same depth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502920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 by where you are in the work. The branching happens inside, where it costs nobody anything.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what a person must choose between, not the capabilities: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inside a mode is free. A new file at the top level is not.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FROM TICKET TO GREEN TEST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Plan, implement, verify, ship: one pipeline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made the case in the abstract. This is the same lesson on a concrete ticket: one plan, three modes, one place a human has to 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02436" y="27432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75588" y="285292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75588" y="31089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pw_plan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39796" y="3360420"/>
            <a:ext cx="274320" cy="0"/>
          </a:xfrm>
          <a:prstGeom prst="line">
            <a:avLst/>
          </a:prstGeom>
          <a:noFill/>
          <a:ln w="19050">
            <a:solidFill>
              <a:srgbClr val="5C6B6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14116" y="27432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87268" y="285292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287268" y="31089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51476" y="3360420"/>
            <a:ext cx="274320" cy="0"/>
          </a:xfrm>
          <a:prstGeom prst="line">
            <a:avLst/>
          </a:prstGeom>
          <a:noFill/>
          <a:ln w="19050">
            <a:solidFill>
              <a:srgbClr val="5C6B6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25796" y="27432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98948" y="285292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298948" y="31089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63156" y="3360420"/>
            <a:ext cx="274320" cy="0"/>
          </a:xfrm>
          <a:prstGeom prst="line">
            <a:avLst/>
          </a:prstGeom>
          <a:noFill/>
          <a:ln w="19050">
            <a:solidFill>
              <a:srgbClr val="5C6B6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37476" y="27432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6F4F1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0628" y="285292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310628" y="31089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0628" y="36118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974836" y="3360420"/>
            <a:ext cx="274320" cy="0"/>
          </a:xfrm>
          <a:prstGeom prst="line">
            <a:avLst/>
          </a:prstGeom>
          <a:noFill/>
          <a:ln w="19050">
            <a:solidFill>
              <a:srgbClr val="5C6B6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49156" y="27432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2308" y="285292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9322308" y="31089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commits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7548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step count and the skill count are different numbers: four stages, two skills, one gate where the agent stops.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LIVE DEMO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checkpoints, one unfamiliar app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here happens on a public demo app none of us have touched. If this only worked on a familiar project, it wouldn't prove anything.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02436" y="22860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75588" y="239572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75588" y="26517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Rules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39796" y="2903220"/>
            <a:ext cx="274320" cy="0"/>
          </a:xfrm>
          <a:prstGeom prst="line">
            <a:avLst/>
          </a:prstGeom>
          <a:noFill/>
          <a:ln w="19050">
            <a:solidFill>
              <a:srgbClr val="5C6B6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14116" y="22860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87268" y="239572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287268" y="26517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Plan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51476" y="2903220"/>
            <a:ext cx="274320" cy="0"/>
          </a:xfrm>
          <a:prstGeom prst="line">
            <a:avLst/>
          </a:prstGeom>
          <a:noFill/>
          <a:ln w="19050">
            <a:solidFill>
              <a:srgbClr val="5C6B6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25796" y="22860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98948" y="239572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298948" y="26517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Verify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63156" y="2903220"/>
            <a:ext cx="274320" cy="0"/>
          </a:xfrm>
          <a:prstGeom prst="line">
            <a:avLst/>
          </a:prstGeom>
          <a:noFill/>
          <a:ln w="19050">
            <a:solidFill>
              <a:srgbClr val="5C6B6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37476" y="22860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6F4F1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0628" y="239572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310628" y="26517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0628" y="31546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git hook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974836" y="2903220"/>
            <a:ext cx="274320" cy="0"/>
          </a:xfrm>
          <a:prstGeom prst="line">
            <a:avLst/>
          </a:prstGeom>
          <a:noFill/>
          <a:ln w="19050">
            <a:solidFill>
              <a:srgbClr val="5C6B6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49156" y="22860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2308" y="239572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9322308" y="26517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142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5079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Rules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91032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mindset document from a blank slate, out loud. If it needs more than a page or two, the architecture is hiding something.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43400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4142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B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5079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Plan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491032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test code exists, produce a plan you could reject in two minutes.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38160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6F4F1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66760" y="4142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C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366760" y="45079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(+ git hook)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491032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audit against a test that deliberately breaks a rule. Wired into a pre-commit hook, it's a gate, not a step to skip.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HOW TO GET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 files, not a concept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testing-mindset.md and the three pw_* skills already exist in this repo. Installing them into your own project is one skill, run once.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once, in your own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1064240" cy="1810512"/>
          </a:xfrm>
          <a:prstGeom prst="roundRect">
            <a:avLst>
              <a:gd name="adj" fmla="val 3030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569464"/>
            <a:ext cx="10661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/pw_setup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 asks before writing anything: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How many test environments, and the baseURL for each?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Which auth roles? guest | user | admin | ...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Explore the source for login, or use placeholders?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 a mechanical audit into a pre-commit hook?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it writes: e2e/, playwright.config.ts,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playwright-utils/, .claude/rules/, .husky/pre-commit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skills either way: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project or one that already has tests. INIT scaffolds, SHARE commits for the team, SYNC reconciles drift.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HOW TO GET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ticket, three skill calls, start to finish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loop, typed out. Nothing paraphrased — the actual invocations and what comes back from each.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3200400"/>
          </a:xfrm>
          <a:prstGeom prst="roundRect">
            <a:avLst>
              <a:gd name="adj" fmla="val 1714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231136"/>
            <a:ext cx="1066190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CON-412 -- a signed-in user favorites an article from the feed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/pw_plan a signed-in user favorites an article from the global feed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plan mode (read-only) -&gt; reads e2e/**, src/**, testing-mindset.md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P0/P1/P2 cases, plus what should NOT be an E2E test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you approve -&gt; .claude/pw-plans/favorite-article-from-feed.md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/pw_work implement the first P0 case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writes e2e/user/favorite.spec.ts, runs it --retries 0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/pw_work verify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fresh-eyes audit, scoped to git diff HEAD only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must-fix | should-fix | suggestions | what looks good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/pw_work ship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stages the change, drafts the commit message, stops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name the mode: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“debug this failing test” goes straight to VERIFY's debug branch; the skill states which mode it picked.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HOW TO GET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 once, reuse the session everywhere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pw_setup already does this, it just hasn't been said out loud yet.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e2e/auth.setup.ts — runs once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5440680" cy="2221992"/>
          </a:xfrm>
          <a:prstGeom prst="roundRect">
            <a:avLst>
              <a:gd name="adj" fmla="val 2469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432304"/>
            <a:ext cx="50383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setup("authenticate as user", async ({ page }) =&gt;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page.goto("/")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page.getByRole("link", { name: "Sign in" }).click()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page.getByRole("textbox", { name: "Email" })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.fill(process.env.USER_EMAIL!)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page.getByLabel("Password")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.fill(process.env.USER_PASSWORD!)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page.getByRole("button", { name: "Sign in" }).click()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page.context().storageState({ path: userFile })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20116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playwright.config.ts — every test reuses 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2304288"/>
            <a:ext cx="5440680" cy="2221992"/>
          </a:xfrm>
          <a:prstGeom prst="roundRect">
            <a:avLst>
              <a:gd name="adj" fmla="val 2469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3368" y="2432304"/>
            <a:ext cx="50383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projects: [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"auth-setup", testMatch: "auth.setup.ts" },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"user",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testDir: "./e2e/user",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use: { storageState: ".auth/user.json" },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dependencies: ["auth-setup"],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"guest", testDir: "./e2e/guest" },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634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never appear in a test: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come from .env.test.&lt;env&gt;, gitignored, and every test navigates with relative paths.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HOW TO GET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get a locator you didn't guess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says never guess a locator. These are the two tools that mean you never have to.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— perform the flow once, get a draft back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1064240" cy="1033272"/>
          </a:xfrm>
          <a:prstGeom prst="roundRect">
            <a:avLst>
              <a:gd name="adj" fmla="val 5310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569464"/>
            <a:ext cx="10661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codegen "$BASE_URL"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from a signed-in session instead of the login page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codegen \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--load-storage=.auth/user.json "$BASE_URL"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 — when the app's source isn't yours to read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950208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4078224"/>
            <a:ext cx="10661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playwright-cli open "$BASE_URL"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playwright-cli snapshot              # roles + names + refs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playwright-cli generate-locator &lt;ref&gt;  # ask, don't guess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playwright-cli close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outputs are drafts, not tests: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mode re-checks every locator against the priority order and replaces what doesn't hold up.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HOW TO GET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goes red, name the bucket first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temptation is to make the red go away. The rule is to find out what the red is telling you — the evidence is already on disk.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2651760"/>
          </a:xfrm>
          <a:prstGeom prst="roundRect">
            <a:avLst>
              <a:gd name="adj" fmla="val 2069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231136"/>
            <a:ext cx="1066190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/pw_work debug "User can favorite an article from the feed"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Re-run it: tracing forced on, retries off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-g "..." --trace on --retries 0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Read the trace from the CLI, not the blocking GUI viewer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trace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 test-results/&lt;dir&gt;/trace.zip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actions --grep="expect"   # find the step marked with an X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requests                  # did the API call even fire?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Before touching any code, say which one it is: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test bug | application bug | environment/config | flake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92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never counts as a fix: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timeout, a retry, or force: true on an application bug or a flake — that just hides it from whoever hits it next.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HOW TO GET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 only checked by memory is a hope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8 is the one that makes the other seven real. Anything checkable mechanically gets checked mechanically.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e2e/audit.mjs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258568"/>
            <a:ext cx="5440680" cy="2359152"/>
          </a:xfrm>
          <a:prstGeom prst="roundRect">
            <a:avLst>
              <a:gd name="adj" fmla="val 2326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386584"/>
            <a:ext cx="5038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CHECKS = [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rule: "Rule 3 -- Waiting",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pattern: /waitForTimeout\s*\(/g,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message: "Fixed wait found. Use a\nweb-first assertion instead.",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rule: "Rule 4 -- Test data",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pattern: /\b(INSERT INTO|db\.collection\()/g,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message: "Direct seeding. Create data\nthrough the app's own flow.",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9659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.husky/pre-commit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2258568"/>
            <a:ext cx="5440680" cy="2359152"/>
          </a:xfrm>
          <a:prstGeom prst="roundRect">
            <a:avLst>
              <a:gd name="adj" fmla="val 2326"/>
            </a:avLst>
          </a:prstGeom>
          <a:solidFill>
            <a:srgbClr val="E2E7E8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3368" y="2386584"/>
            <a:ext cx="5038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lint-staged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e2e/audit.mjs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non-zero exit blocks the commit.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a review step someone skips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under deadline pressure -- a gate.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548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about the gap: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eight rules have a mechanical check today. The rule file says so about itself, rather than pretending the rest are covered.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HOW TO GET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real scenario from your own app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toy example, something your team actually needs tested. Three skill calls, start to finish.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6334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PW_PLAN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992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scenario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0156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researches your own code, brainstorms cases, and won't write a file until you approve the plan.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4688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6334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PW_WORK · IMPLEMENT + VERIFY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9992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it, then audit 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40156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gets written and run. A fresh pass audits it against testing-mindset.md's own rules.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6F4F1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26334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PW_WORK · SHIP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9992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it, never commit 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40156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 summary and stages the change. You still press commit yourself.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6634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with one open terminal and one real coverage plan, and this session already paid for itself.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· HOW TO GET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things, before you close this tab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762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pw_setup has run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7860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for this project. The rule and the skill set are both here now, not just in this demo repo.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6F4F1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8105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762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coverage plan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7860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pw_plan, for one real scenario in your own app, reviewed and approved before any test code exists.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CF0F1"/>
          </a:solidFill>
          <a:ln w="9525">
            <a:solidFill>
              <a:srgbClr val="D5DB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8105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1762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pw_work has run at least once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57860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just the audit branch, on whatever you already have. See what it finds.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40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two closing questions about your own team's harness, not this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· CLOSING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can reach it now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just watched required deep Playwright expertise from the person running it. It required a written mindset, a plan reviewed before code, and a check that enforces itself.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discipline is written down and enforced automatically, any engineer who can describe a user journey can own the test quality for their own feature. Not because the bar got lower. Because now anyone can reach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rule actually enforced, or just hoped for?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WITH YOU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this next to your editor — a one-page handout of the eight rules.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adding any test, ask: 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unit or component test prove this cheaper? E2E is for journeys that cross a real boundary, not for validation or pure logic.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LOCATORS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181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label first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10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guess a locator. A missing accessible name is a defect in the app.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88036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WAITING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1181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waits, ever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410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assertions and condition-based waits only.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7822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flows, not seeding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708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comes from the app's own create-path.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840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FLAKINESS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07822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retries: 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43708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that passes on retry is a defect report about a race condition.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0060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ASSERTIONS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3834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one behavior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3095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generated or timestamped content structurally, never exact text.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480060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INDEPENDENCE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503834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identity, any order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533095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runs alone and in any order.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607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ENFORCEMENT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99846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hook, not a hope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2910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what can be checked mechanically into an audit or a commit hook.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ywrightHarness">
  <a:themeElements>
    <a:clrScheme name="PlaywrightHarness">
      <a:dk1>
        <a:srgbClr val="2C3E50"/>
      </a:dk1>
      <a:lt1>
        <a:srgbClr val="FFFFFF"/>
      </a:lt1>
      <a:dk2>
        <a:srgbClr val="0E7A66"/>
      </a:dk2>
      <a:lt2>
        <a:srgbClr val="ECF0F1"/>
      </a:lt2>
      <a:accent1>
        <a:srgbClr val="16A085"/>
      </a:accent1>
      <a:accent2>
        <a:srgbClr val="5C6B6C"/>
      </a:accent2>
      <a:accent3>
        <a:srgbClr val="2C3E50"/>
      </a:accent3>
      <a:accent4>
        <a:srgbClr val="D5DBDB"/>
      </a:accent4>
      <a:accent5>
        <a:srgbClr val="0E7A66"/>
      </a:accent5>
      <a:accent6>
        <a:srgbClr val="ECF0F1"/>
      </a:accent6>
      <a:hlink>
        <a:srgbClr val="16A085"/>
      </a:hlink>
      <a:folHlink>
        <a:srgbClr val="0E7A66"/>
      </a:folHlink>
    </a:clrScheme>
    <a:fontScheme name="PlaywrightHarne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2026-10-19T02:33:20Z</dcterms:created>
  <dcterms:modified xsi:type="dcterms:W3CDTF">2026-10-19T02:33:20Z</dcterms:modified>
</cp:coreProperties>
</file>